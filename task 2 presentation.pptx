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 snapToObjects="1">
      <p:cViewPr>
        <p:scale>
          <a:sx n="50" d="100"/>
          <a:sy n="50" d="100"/>
        </p:scale>
        <p:origin x="936" y="-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57350" y="4464028"/>
            <a:ext cx="6858000" cy="1194650"/>
          </a:xfrm>
        </p:spPr>
        <p:txBody>
          <a:bodyPr wrap="none" anchor="t">
            <a:normAutofit/>
          </a:bodyPr>
          <a:lstStyle>
            <a:lvl1pPr algn="r">
              <a:defRPr sz="7200" b="0" spc="-225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100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7349" y="3829878"/>
            <a:ext cx="6858000" cy="618523"/>
          </a:xfrm>
        </p:spPr>
        <p:txBody>
          <a:bodyPr anchor="b">
            <a:normAutofit/>
          </a:bodyPr>
          <a:lstStyle>
            <a:lvl1pPr marL="0" indent="0" algn="r">
              <a:buNone/>
              <a:defRPr sz="24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141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38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640899" y="4464028"/>
            <a:ext cx="6858000" cy="1194650"/>
          </a:xfrm>
        </p:spPr>
        <p:txBody>
          <a:bodyPr wrap="none" anchor="t">
            <a:normAutofit/>
          </a:bodyPr>
          <a:lstStyle>
            <a:lvl1pPr algn="l">
              <a:defRPr sz="7200" b="0" spc="-225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640899" y="3829878"/>
            <a:ext cx="6858000" cy="617822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608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0000" y="1825625"/>
            <a:ext cx="3768912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39880" y="1825625"/>
            <a:ext cx="377547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77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000" y="1681163"/>
            <a:ext cx="3768912" cy="823912"/>
          </a:xfrm>
        </p:spPr>
        <p:txBody>
          <a:bodyPr anchor="b">
            <a:normAutofit/>
          </a:bodyPr>
          <a:lstStyle>
            <a:lvl1pPr marL="0" indent="0">
              <a:buNone/>
              <a:defRPr sz="20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000" y="2505075"/>
            <a:ext cx="376891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39880" y="1681163"/>
            <a:ext cx="3776661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39880" y="2505075"/>
            <a:ext cx="377666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1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321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78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000" y="2057400"/>
            <a:ext cx="2739019" cy="381158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691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000" y="2057400"/>
            <a:ext cx="2739019" cy="381158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40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367161"/>
            <a:ext cx="7886700" cy="81935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841" y="987426"/>
            <a:ext cx="7886700" cy="337973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5186516"/>
            <a:ext cx="7885509" cy="682472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579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3534344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489399"/>
            <a:ext cx="7885509" cy="1501826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6045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365125"/>
            <a:ext cx="6977064" cy="2992904"/>
          </a:xfrm>
        </p:spPr>
        <p:txBody>
          <a:bodyPr anchor="ctr"/>
          <a:lstStyle>
            <a:lvl1pPr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8650" y="4501729"/>
            <a:ext cx="7884318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33283" y="7868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8359" y="2743200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95530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326968"/>
            <a:ext cx="7886700" cy="2511835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850581"/>
            <a:ext cx="7885509" cy="1140644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1855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002961" y="1885950"/>
            <a:ext cx="221015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017598" y="2571750"/>
            <a:ext cx="21955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40996" y="1885950"/>
            <a:ext cx="220218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33081" y="2571750"/>
            <a:ext cx="2210096" cy="358933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71777" y="1885950"/>
            <a:ext cx="2199085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18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71777" y="2571750"/>
            <a:ext cx="2199085" cy="358933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7939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99064" y="4297503"/>
            <a:ext cx="2205038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99064" y="2256354"/>
            <a:ext cx="220503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99064" y="4873766"/>
            <a:ext cx="2205038" cy="65918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748" y="4297503"/>
            <a:ext cx="2197894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2256354"/>
            <a:ext cx="2197894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5733" y="4873765"/>
            <a:ext cx="2200805" cy="65918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53242" y="4297503"/>
            <a:ext cx="219908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53241" y="2256354"/>
            <a:ext cx="219908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53148" y="4873763"/>
            <a:ext cx="2201998" cy="65918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13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679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533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000" y="1825625"/>
            <a:ext cx="76753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BCAD085-E8A6-8845-BD4E-CB4CCA059FC4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4355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5400" dirty="0"/>
              <a:t>Task 2 – Serverless Application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NAME: </a:t>
            </a:r>
            <a:r>
              <a:rPr dirty="0"/>
              <a:t>Hari Prasad</a:t>
            </a:r>
            <a:r>
              <a:rPr lang="en-US" dirty="0"/>
              <a:t> U</a:t>
            </a:r>
            <a:endParaRPr dirty="0"/>
          </a:p>
          <a:p>
            <a:pPr marL="0" indent="0">
              <a:buNone/>
            </a:pPr>
            <a:r>
              <a:rPr lang="en-US" dirty="0"/>
              <a:t>ROLE: </a:t>
            </a:r>
            <a:r>
              <a:rPr dirty="0"/>
              <a:t>Cloud Engineer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Objective of Task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lang="en-US" sz="3600" dirty="0"/>
              <a:t>Build a real serverless application</a:t>
            </a:r>
          </a:p>
          <a:p>
            <a:r>
              <a:rPr sz="3600" dirty="0"/>
              <a:t>Deploy</a:t>
            </a:r>
            <a:r>
              <a:rPr lang="en-US" sz="3600" dirty="0"/>
              <a:t> it</a:t>
            </a:r>
            <a:r>
              <a:rPr sz="3600" dirty="0"/>
              <a:t> on AWS</a:t>
            </a:r>
            <a:r>
              <a:rPr lang="en-US" sz="3600" dirty="0"/>
              <a:t> cloud</a:t>
            </a:r>
            <a:endParaRPr sz="3600" dirty="0"/>
          </a:p>
          <a:p>
            <a:r>
              <a:rPr sz="3600" dirty="0"/>
              <a:t>Explain</a:t>
            </a:r>
            <a:r>
              <a:rPr lang="en-US" sz="3600" dirty="0"/>
              <a:t>ing</a:t>
            </a:r>
            <a:r>
              <a:rPr sz="3600" dirty="0"/>
              <a:t> architecture and code</a:t>
            </a:r>
          </a:p>
          <a:p>
            <a:r>
              <a:rPr sz="3600" dirty="0"/>
              <a:t>Demonstrate cloud understanding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IN" dirty="0"/>
          </a:p>
          <a:p>
            <a:endParaRPr lang="en-IN" dirty="0"/>
          </a:p>
          <a:p>
            <a:r>
              <a:rPr sz="3600" dirty="0"/>
              <a:t>Build a REST API using serverless architecture</a:t>
            </a:r>
            <a:r>
              <a:rPr lang="en-US" sz="3600" dirty="0"/>
              <a:t> in this</a:t>
            </a:r>
            <a:endParaRPr sz="3600" dirty="0"/>
          </a:p>
          <a:p>
            <a:r>
              <a:rPr sz="3600" dirty="0"/>
              <a:t>No server management</a:t>
            </a:r>
            <a:r>
              <a:rPr lang="en-US" sz="3600" dirty="0"/>
              <a:t> </a:t>
            </a:r>
            <a:endParaRPr sz="3600" dirty="0"/>
          </a:p>
          <a:p>
            <a:r>
              <a:rPr sz="3600" dirty="0"/>
              <a:t>Scalable and cost-effective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sz="3600" dirty="0"/>
              <a:t>Client → API Gateway → Lambda → DynamoDB</a:t>
            </a:r>
          </a:p>
          <a:p>
            <a:r>
              <a:rPr sz="3600" dirty="0"/>
              <a:t>Fully serverless</a:t>
            </a:r>
          </a:p>
          <a:p>
            <a:r>
              <a:rPr sz="3600" dirty="0"/>
              <a:t>Event-driven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AWS Services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sz="3600" dirty="0"/>
              <a:t>API Gateway (HTTP API)</a:t>
            </a:r>
          </a:p>
          <a:p>
            <a:r>
              <a:rPr sz="3600" dirty="0"/>
              <a:t>AWS Lambda (Node.js 24)</a:t>
            </a:r>
          </a:p>
          <a:p>
            <a:r>
              <a:rPr sz="3600" dirty="0"/>
              <a:t>DynamoDB</a:t>
            </a:r>
          </a:p>
          <a:p>
            <a:r>
              <a:rPr sz="3600" dirty="0"/>
              <a:t>IAM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API Endpoints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sz="3600" dirty="0"/>
              <a:t>POST /add-user</a:t>
            </a:r>
          </a:p>
          <a:p>
            <a:r>
              <a:rPr sz="3600" dirty="0"/>
              <a:t>GET /get-users</a:t>
            </a:r>
          </a:p>
          <a:p>
            <a:r>
              <a:rPr sz="3600" dirty="0"/>
              <a:t>DELETE /delete-user/{name}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Lambda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sz="3600" dirty="0"/>
              <a:t>Handles all API logic</a:t>
            </a:r>
          </a:p>
          <a:p>
            <a:r>
              <a:rPr sz="3600" dirty="0"/>
              <a:t>Stateless execution</a:t>
            </a:r>
          </a:p>
          <a:p>
            <a:r>
              <a:rPr sz="3600" dirty="0"/>
              <a:t>Triggered by API Gateway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DynamoDB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sz="3600" dirty="0"/>
              <a:t>NoSQL database</a:t>
            </a:r>
          </a:p>
          <a:p>
            <a:r>
              <a:rPr sz="3600" dirty="0"/>
              <a:t>Stores user data</a:t>
            </a:r>
          </a:p>
          <a:p>
            <a:r>
              <a:rPr sz="3600" dirty="0"/>
              <a:t>Highly scalable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sz="3600" dirty="0"/>
              <a:t>ZIP deployment</a:t>
            </a:r>
          </a:p>
          <a:p>
            <a:r>
              <a:rPr sz="3600" dirty="0"/>
              <a:t>AWS SDK v3 bundled</a:t>
            </a:r>
          </a:p>
          <a:p>
            <a:r>
              <a:rPr sz="3600" dirty="0"/>
              <a:t>Industry standard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sz="3600" dirty="0"/>
              <a:t>curl commands</a:t>
            </a:r>
          </a:p>
          <a:p>
            <a:r>
              <a:rPr sz="3600" dirty="0"/>
              <a:t>POST, GET, DELETE</a:t>
            </a:r>
          </a:p>
          <a:p>
            <a:r>
              <a:rPr sz="3600" dirty="0"/>
              <a:t>Validated real AWS deployment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sz="3600" dirty="0"/>
              <a:t>IAM execution role</a:t>
            </a:r>
          </a:p>
          <a:p>
            <a:r>
              <a:rPr sz="3600" dirty="0"/>
              <a:t>Least privilege principle</a:t>
            </a:r>
          </a:p>
          <a:p>
            <a:r>
              <a:rPr sz="3600" dirty="0"/>
              <a:t>No hardcoded credentials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Key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3600" dirty="0"/>
              <a:t>Serverless architecture</a:t>
            </a:r>
          </a:p>
          <a:p>
            <a:r>
              <a:rPr sz="3600" dirty="0"/>
              <a:t>REST APIs</a:t>
            </a:r>
          </a:p>
          <a:p>
            <a:r>
              <a:rPr sz="3600" dirty="0"/>
              <a:t>Cloud debugging</a:t>
            </a:r>
          </a:p>
          <a:p>
            <a:r>
              <a:rPr sz="3600" dirty="0"/>
              <a:t>Real AWS deployment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5400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600" dirty="0"/>
          </a:p>
          <a:p>
            <a:r>
              <a:rPr lang="en-US" sz="3600" dirty="0"/>
              <a:t>This task is fully focused on the serverless </a:t>
            </a:r>
            <a:r>
              <a:rPr sz="3600" dirty="0"/>
              <a:t>Architecture</a:t>
            </a:r>
            <a:r>
              <a:rPr lang="en-US" sz="3600" dirty="0"/>
              <a:t> concept</a:t>
            </a:r>
            <a:endParaRPr sz="3600" dirty="0"/>
          </a:p>
          <a:p>
            <a:r>
              <a:rPr lang="en-US" sz="3600" dirty="0"/>
              <a:t>We mainly focused on architecture .</a:t>
            </a:r>
            <a:r>
              <a:rPr lang="en-US" sz="3600" dirty="0" err="1"/>
              <a:t>so,</a:t>
            </a:r>
            <a:r>
              <a:rPr sz="3600" dirty="0" err="1"/>
              <a:t>Language</a:t>
            </a:r>
            <a:r>
              <a:rPr sz="3600" dirty="0"/>
              <a:t> is secondary</a:t>
            </a:r>
          </a:p>
          <a:p>
            <a:pPr marL="0" indent="0">
              <a:buNone/>
            </a:pPr>
            <a:endParaRPr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86</TotalTime>
  <Words>185</Words>
  <Application>Microsoft Office PowerPoint</Application>
  <PresentationFormat>On-screen Show (4:3)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Corbel</vt:lpstr>
      <vt:lpstr>Depth</vt:lpstr>
      <vt:lpstr>Task 2 – Serverless Application Walkthrough</vt:lpstr>
      <vt:lpstr>Objective of Task 2</vt:lpstr>
      <vt:lpstr>Problem Statement</vt:lpstr>
      <vt:lpstr>Architecture Overview</vt:lpstr>
      <vt:lpstr>AWS Services Used</vt:lpstr>
      <vt:lpstr>API Endpoints</vt:lpstr>
      <vt:lpstr>Lambda Function</vt:lpstr>
      <vt:lpstr>DynamoDB</vt:lpstr>
      <vt:lpstr>Deployment Strategy</vt:lpstr>
      <vt:lpstr>Testing</vt:lpstr>
      <vt:lpstr>Security</vt:lpstr>
      <vt:lpstr>Key Learnings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HARIPRASAD U</dc:creator>
  <cp:keywords/>
  <dc:description>generated using python-pptx</dc:description>
  <cp:lastModifiedBy>HARI PRASAD</cp:lastModifiedBy>
  <cp:revision>2</cp:revision>
  <dcterms:created xsi:type="dcterms:W3CDTF">2013-01-27T09:14:16Z</dcterms:created>
  <dcterms:modified xsi:type="dcterms:W3CDTF">2025-12-29T03:11:07Z</dcterms:modified>
  <cp:category/>
</cp:coreProperties>
</file>